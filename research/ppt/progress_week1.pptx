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Week 1 Progress: Data Pipeline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B8D8"/>
                </a:solidFill>
              </a:rPr>
              <a:t>Macro Forecasting with IMF Text  ·  STAT 8240  ·  April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530352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3192" y="13075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PIPELINE STEPS COMPLETED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09928"/>
            <a:ext cx="73152" cy="73152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PDF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1109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PyMuPDF extracts pages 1–6 (Executive Summary + Staff Appraisal) from real IMF Article IV reports. Filename parser recovers country code and reference year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642616"/>
            <a:ext cx="73152" cy="73152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Dummy Data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4378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22 countries (Central Asia + ECA + developed anchors) × 19 years (2005–2023). 7 WDI-style indicators with realistic missing-data rates per country (0 % for USA/JPN → 35 %+ for TKM/TJK). 5-sentence Article IV summaries generated per country-year.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575304"/>
            <a:ext cx="73152" cy="73152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52958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Text Encoding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7647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768-dim embeddings saved as .npy files. Dummy mode (deterministic random) runs without any model download; BERT mode (frozen bert-base-uncased) is ready for real summaries.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507992"/>
            <a:ext cx="73152" cy="73152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4622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Pre-alignment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091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TIME-IMM canonical pre-alignment: each (country, query_year) sample → value matrix (10 × 7), binary missingness mask, normalised timestamps, and a Gaussian-weighted text context vector.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280160"/>
            <a:ext cx="539496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6792" y="130759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DATA AT A GLANCE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664208"/>
            <a:ext cx="987552" cy="804672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1755648"/>
            <a:ext cx="987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139696"/>
            <a:ext cx="987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countries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664208"/>
            <a:ext cx="98755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60920" y="1755648"/>
            <a:ext cx="987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139696"/>
            <a:ext cx="987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years (2005–2023)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1664208"/>
            <a:ext cx="987552" cy="804672"/>
          </a:xfrm>
          <a:prstGeom prst="rect">
            <a:avLst/>
          </a:prstGeom>
          <a:solidFill>
            <a:srgbClr val="C8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58200" y="1755648"/>
            <a:ext cx="987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139696"/>
            <a:ext cx="987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WDI indicators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578608"/>
            <a:ext cx="987552" cy="804672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2670048"/>
            <a:ext cx="987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315+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054096"/>
            <a:ext cx="987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text summaries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20" y="2578608"/>
            <a:ext cx="98755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60920" y="2670048"/>
            <a:ext cx="987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3054096"/>
            <a:ext cx="987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real IMF PDFs tested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946213"/>
            <a:ext cx="539496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36792" y="3973645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MODELS IMPLEMENTED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284541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</a:rPr>
              <a:t>  ✓  DLinear  —  trend decomposition + linear (unimodal baseline)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</a:rPr>
              <a:t>  ✓  NumericalGRU  —  GRU over imputed series (unimodal ablation)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</a:rPr>
              <a:t>  ✓  GR-Add MMF  —  GRU encoder + RecAvg TTF + gated residual (full multimodal)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492240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08080"/>
                </a:solidFill>
              </a:rPr>
              <a:t>Next: pull real World Bank WDI data  ·  download full Article IV corpus  ·  run BERT encoding  ·  full 100-epoch experiment matrix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IMM-TSF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B8D8"/>
                </a:solidFill>
              </a:rPr>
              <a:t>RecAvg TTF  +  GR-Add MMF  ·  Applied to Development Macroeconomics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2468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Step 1
Pre-alignment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20240"/>
            <a:ext cx="2468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194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Mixed-frequency WDI panel
→ (T=10, D=7) tensor
+ missingness mask
+ normalised timestamps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2468880" cy="50292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463040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Step 2
Text Encoding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920240"/>
            <a:ext cx="2468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2011680"/>
            <a:ext cx="2194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Article IV summary
→ frozen BERT-base
→ 768-dim embedding
(precomputed once)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417320"/>
            <a:ext cx="2468880" cy="502920"/>
          </a:xfrm>
          <a:prstGeom prst="rect">
            <a:avLst/>
          </a:prstGeom>
          <a:solidFill>
            <a:srgbClr val="C8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06440" y="1463040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Step 3
RecAvg TTF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920240"/>
            <a:ext cx="2468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0" y="2011680"/>
            <a:ext cx="2194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Gaussian-weighted avg
of past embeddings
σ = 1.0 (year units)
Handles pub. 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417320"/>
            <a:ext cx="2468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20" y="1463040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Step 4
GR-Add MMF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920240"/>
            <a:ext cx="2468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2011680"/>
            <a:ext cx="2194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GRU hidden + text proj
→ gate (sigmoid)
→ delta (tanh)
→ base + gate × delta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11667744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3192" y="3959352"/>
            <a:ext cx="1143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EVALUATION DESIGN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279392"/>
            <a:ext cx="2834640" cy="292608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3192" y="430682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Forecast Targets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608576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Next-year GDP growth rate
Next-year inflation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64408" y="4279392"/>
            <a:ext cx="2834640" cy="292608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430682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Data Split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608576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Train 2005–2019  ·  Val 2020–2021
Test 2022–2023  (chronological)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6" y="4279392"/>
            <a:ext cx="2834640" cy="292608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81928" y="430682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Primary Metric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4608576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MSE on 2022–2023 holdout
per target + overall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53144" y="4279392"/>
            <a:ext cx="2834640" cy="292608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26296" y="430682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Secondary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26296" y="4608576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Stratify MSE gain by missingness
Do gappy countries benefit more?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6492240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08080"/>
                </a:solidFill>
              </a:rPr>
              <a:t>STAT 8240 Data Mining II  ·  Kennesaw State University  ·  Track B Application of IMM-TSF  ·  April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444</Words>
  <Application>Microsoft Macintosh PowerPoint</Application>
  <PresentationFormat>Custom</PresentationFormat>
  <Paragraphs>47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Timur Abdygulov</cp:lastModifiedBy>
  <cp:revision>2</cp:revision>
  <dcterms:created xsi:type="dcterms:W3CDTF">2013-01-27T09:14:16Z</dcterms:created>
  <dcterms:modified xsi:type="dcterms:W3CDTF">2026-04-07T13:29:10Z</dcterms:modified>
  <cp:category/>
</cp:coreProperties>
</file>